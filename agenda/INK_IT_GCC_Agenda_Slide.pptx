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 on this slide. Say the three things they are getting: the problem, the application running, and what it costs to stand up. Tell them the API question gets answered before they have to ask it. Your own timings: 0:40, 2:00, 2:20, 3:40, 2:20, 3:30, 3:30, 2:00. If you are running late, compress healthcare and BTP services. Never compress the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0233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0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Twenty minutes, end to end.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walk through, and roughly how long we will spend on each part. Questions are welcome as we go.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76656" y="1591056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96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572768" y="159105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96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1591056"/>
            <a:ext cx="6620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96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11146536" cy="523494"/>
          </a:xfrm>
          <a:prstGeom prst="roundRect">
            <a:avLst>
              <a:gd name="adj" fmla="val 10480"/>
            </a:avLst>
          </a:prstGeom>
          <a:solidFill>
            <a:srgbClr val="F4F6F7"/>
          </a:solidFill>
          <a:ln w="7620">
            <a:solidFill>
              <a:srgbClr val="E3E7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1925955"/>
            <a:ext cx="749808" cy="292608"/>
          </a:xfrm>
          <a:prstGeom prst="roundRect">
            <a:avLst>
              <a:gd name="adj" fmla="val 21875"/>
            </a:avLst>
          </a:prstGeom>
          <a:solidFill>
            <a:srgbClr val="20A09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" y="1925955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195338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1962531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people you will be dealing with.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48640" y="2370582"/>
            <a:ext cx="11146536" cy="523494"/>
          </a:xfrm>
          <a:prstGeom prst="roundRect">
            <a:avLst>
              <a:gd name="adj" fmla="val 10480"/>
            </a:avLst>
          </a:prstGeom>
          <a:solidFill>
            <a:srgbClr val="FFFFFF"/>
          </a:solidFill>
          <a:ln w="7620">
            <a:solidFill>
              <a:srgbClr val="E3E7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6025"/>
            <a:ext cx="749808" cy="292608"/>
          </a:xfrm>
          <a:prstGeom prst="roundRect">
            <a:avLst>
              <a:gd name="adj" fmla="val 21875"/>
            </a:avLst>
          </a:prstGeom>
          <a:solidFill>
            <a:srgbClr val="12756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6025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51345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2522601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permit, six teams, no shared clock.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548640" y="2930652"/>
            <a:ext cx="11146536" cy="523494"/>
          </a:xfrm>
          <a:prstGeom prst="roundRect">
            <a:avLst>
              <a:gd name="adj" fmla="val 10480"/>
            </a:avLst>
          </a:prstGeom>
          <a:solidFill>
            <a:srgbClr val="F4F6F7"/>
          </a:solidFill>
          <a:ln w="7620">
            <a:solidFill>
              <a:srgbClr val="E3E7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046095"/>
            <a:ext cx="749808" cy="292608"/>
          </a:xfrm>
          <a:prstGeom prst="roundRect">
            <a:avLst>
              <a:gd name="adj" fmla="val 21875"/>
            </a:avLst>
          </a:prstGeom>
          <a:solidFill>
            <a:srgbClr val="20A09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046095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572768" y="307352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permit on one track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082671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on screen, running a real lifecycle.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48640" y="3490722"/>
            <a:ext cx="11146536" cy="523494"/>
          </a:xfrm>
          <a:prstGeom prst="roundRect">
            <a:avLst>
              <a:gd name="adj" fmla="val 10480"/>
            </a:avLst>
          </a:prstGeom>
          <a:solidFill>
            <a:srgbClr val="FFFFFF"/>
          </a:solidFill>
          <a:ln w="7620">
            <a:solidFill>
              <a:srgbClr val="E3E7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3606165"/>
            <a:ext cx="749808" cy="292608"/>
          </a:xfrm>
          <a:prstGeom prst="roundRect">
            <a:avLst>
              <a:gd name="adj" fmla="val 21875"/>
            </a:avLst>
          </a:prstGeom>
          <a:solidFill>
            <a:srgbClr val="1275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6656" y="3606165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572768" y="363359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what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3642741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has its own queue, with owners and due dates.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548640" y="4050792"/>
            <a:ext cx="11146536" cy="523494"/>
          </a:xfrm>
          <a:prstGeom prst="roundRect">
            <a:avLst>
              <a:gd name="adj" fmla="val 10480"/>
            </a:avLst>
          </a:prstGeom>
          <a:solidFill>
            <a:srgbClr val="F4F6F7"/>
          </a:solidFill>
          <a:ln w="7620">
            <a:solidFill>
              <a:srgbClr val="E3E7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166235"/>
            <a:ext cx="749808" cy="292608"/>
          </a:xfrm>
          <a:prstGeom prst="roundRect">
            <a:avLst>
              <a:gd name="adj" fmla="val 21875"/>
            </a:avLst>
          </a:prstGeom>
          <a:solidFill>
            <a:srgbClr val="20A09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6656" y="4166235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572768" y="419366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trail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074920" y="4202811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payment without a receipt and a GL code. No duplicates.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548640" y="4610862"/>
            <a:ext cx="11146536" cy="523494"/>
          </a:xfrm>
          <a:prstGeom prst="roundRect">
            <a:avLst>
              <a:gd name="adj" fmla="val 10480"/>
            </a:avLst>
          </a:prstGeom>
          <a:solidFill>
            <a:srgbClr val="FFFFFF"/>
          </a:solidFill>
          <a:ln w="7620">
            <a:solidFill>
              <a:srgbClr val="E3E7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26305"/>
            <a:ext cx="749808" cy="292608"/>
          </a:xfrm>
          <a:prstGeom prst="roundRect">
            <a:avLst>
              <a:gd name="adj" fmla="val 21875"/>
            </a:avLst>
          </a:prstGeom>
          <a:solidFill>
            <a:srgbClr val="12756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6656" y="4726305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572768" y="475373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countries, and healthcare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074920" y="4762881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packs, permit types, and the second licence a clinician needs.</a:t>
            </a:r>
            <a:endParaRPr lang="en-US" sz="940" dirty="0"/>
          </a:p>
        </p:txBody>
      </p:sp>
      <p:sp>
        <p:nvSpPr>
          <p:cNvPr id="38" name="Shape 36"/>
          <p:cNvSpPr/>
          <p:nvPr/>
        </p:nvSpPr>
        <p:spPr>
          <a:xfrm>
            <a:off x="548640" y="5170932"/>
            <a:ext cx="11146536" cy="523494"/>
          </a:xfrm>
          <a:prstGeom prst="roundRect">
            <a:avLst>
              <a:gd name="adj" fmla="val 10480"/>
            </a:avLst>
          </a:prstGeom>
          <a:solidFill>
            <a:srgbClr val="F4F6F7"/>
          </a:solidFill>
          <a:ln w="7620">
            <a:solidFill>
              <a:srgbClr val="E3E7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" y="5286375"/>
            <a:ext cx="749808" cy="292608"/>
          </a:xfrm>
          <a:prstGeom prst="roundRect">
            <a:avLst>
              <a:gd name="adj" fmla="val 21875"/>
            </a:avLst>
          </a:prstGeom>
          <a:solidFill>
            <a:srgbClr val="20A09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76656" y="5286375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572768" y="531380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and the API question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074920" y="5322951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sit between the government portals and SuccessFactors.</a:t>
            </a:r>
            <a:endParaRPr lang="en-US" sz="940" dirty="0"/>
          </a:p>
        </p:txBody>
      </p:sp>
      <p:sp>
        <p:nvSpPr>
          <p:cNvPr id="43" name="Shape 41"/>
          <p:cNvSpPr/>
          <p:nvPr/>
        </p:nvSpPr>
        <p:spPr>
          <a:xfrm>
            <a:off x="548640" y="5731002"/>
            <a:ext cx="11146536" cy="523494"/>
          </a:xfrm>
          <a:prstGeom prst="roundRect">
            <a:avLst>
              <a:gd name="adj" fmla="val 10480"/>
            </a:avLst>
          </a:prstGeom>
          <a:solidFill>
            <a:srgbClr val="FFFFFF"/>
          </a:solidFill>
          <a:ln w="7620">
            <a:solidFill>
              <a:srgbClr val="E3E7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76656" y="5846445"/>
            <a:ext cx="749808" cy="292608"/>
          </a:xfrm>
          <a:prstGeom prst="roundRect">
            <a:avLst>
              <a:gd name="adj" fmla="val 21875"/>
            </a:avLst>
          </a:prstGeom>
          <a:solidFill>
            <a:srgbClr val="C9A22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76656" y="5846445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572768" y="587387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runs on, and next steps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5074920" y="5883021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A6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SAP BTP services you provision, and what happens after today.</a:t>
            </a:r>
            <a:endParaRPr lang="en-US" sz="94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419088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6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 IT Business Solutions  ·  Visa &amp; Permits Management  ·  GCC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0058400" y="641908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INK IT Business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Visa &amp; Permits GCC - agenda</dc:title>
  <dc:subject>PptxGenJS Presentation</dc:subject>
  <dc:creator>INK IT Business Solutions</dc:creator>
  <cp:lastModifiedBy>INK IT Business Solutions</cp:lastModifiedBy>
  <cp:revision>1</cp:revision>
  <dcterms:created xsi:type="dcterms:W3CDTF">2026-09-22T12:19:07Z</dcterms:created>
  <dcterms:modified xsi:type="dcterms:W3CDTF">2026-09-22T12:19:07Z</dcterms:modified>
</cp:coreProperties>
</file>