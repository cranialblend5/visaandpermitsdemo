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Forty seconds, no more. Name the four people and say which one they will be calling. Adeel is the Saudi country head, so for a Riyadh customer he is the name that matters, and Rabab is on the ground with them. Sendil built the application, which is worth saying out loud in a technical room. Then move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0A0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WORKING WITH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behind this build.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43584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names and one number to call. These are the people you deal with from the first workshop to the day it goes live.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00784"/>
            <a:ext cx="2670048" cy="3127248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1430">
            <a:solidFill>
              <a:srgbClr val="E3E7EA"/>
            </a:solidFill>
            <a:prstDash val="solid"/>
          </a:ln>
        </p:spPr>
      </p:sp>
      <p:pic>
        <p:nvPicPr>
          <p:cNvPr id="6" name="Image 0" descr="./sekhar-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883664"/>
            <a:ext cx="1335024" cy="13350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Sekhar Dash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03504" y="36484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VP, Sales EMEA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94944" y="39227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20"/>
              </a:lnSpc>
              <a:buNone/>
            </a:pPr>
            <a:r>
              <a:rPr lang="en-US" sz="9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commercial relationship across the region.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1188720" y="4425696"/>
            <a:ext cx="1389888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85216" y="448056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sekhar.dash@inkitsolutions.com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74136" y="1700784"/>
            <a:ext cx="2670048" cy="3127248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1430">
            <a:solidFill>
              <a:srgbClr val="E3E7EA"/>
            </a:solidFill>
            <a:prstDash val="solid"/>
          </a:ln>
        </p:spPr>
      </p:sp>
      <p:pic>
        <p:nvPicPr>
          <p:cNvPr id="13" name="Image 1" descr="./adeel-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648" y="1883664"/>
            <a:ext cx="1335024" cy="1335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Adeel Ashraf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36484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SVP, KSA Country Head &amp; CTO</a:t>
            </a:r>
            <a:endParaRPr lang="en-US" sz="96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9227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20"/>
              </a:lnSpc>
              <a:buNone/>
            </a:pPr>
            <a:r>
              <a:rPr lang="en-US" sz="9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Saudi business and signs off the architecture.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4014216" y="4425696"/>
            <a:ext cx="1389888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410712" y="448056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adeel.ashraf@inkitsolutions.com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99632" y="1700784"/>
            <a:ext cx="2670048" cy="3127248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1430">
            <a:solidFill>
              <a:srgbClr val="E3E7EA"/>
            </a:solidFill>
            <a:prstDash val="solid"/>
          </a:ln>
        </p:spPr>
      </p:sp>
      <p:pic>
        <p:nvPicPr>
          <p:cNvPr id="20" name="Image 2" descr="./rabab-rou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1883664"/>
            <a:ext cx="1335024" cy="1335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54496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Rabab Alomani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254496" y="36484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Sales KSA</a:t>
            </a:r>
            <a:endParaRPr lang="en-US" sz="960" dirty="0"/>
          </a:p>
        </p:txBody>
      </p:sp>
      <p:sp>
        <p:nvSpPr>
          <p:cNvPr id="23" name="Text 18"/>
          <p:cNvSpPr txBox="1"/>
          <p:nvPr/>
        </p:nvSpPr>
        <p:spPr>
          <a:xfrm>
            <a:off x="6345936" y="39227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20"/>
              </a:lnSpc>
              <a:buNone/>
            </a:pPr>
            <a:r>
              <a:rPr lang="en-US" sz="9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day-to-day contact on the ground in Riyadh.</a:t>
            </a:r>
            <a:endParaRPr lang="en-US" sz="940" dirty="0"/>
          </a:p>
        </p:txBody>
      </p:sp>
      <p:sp>
        <p:nvSpPr>
          <p:cNvPr id="24" name="Shape 19"/>
          <p:cNvSpPr/>
          <p:nvPr/>
        </p:nvSpPr>
        <p:spPr>
          <a:xfrm>
            <a:off x="6839712" y="4425696"/>
            <a:ext cx="1389888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6236208" y="448056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rabab.alomani@inkitsolutions.com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9025128" y="1700784"/>
            <a:ext cx="2670048" cy="3127248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1430">
            <a:solidFill>
              <a:srgbClr val="E3E7EA"/>
            </a:solidFill>
            <a:prstDash val="solid"/>
          </a:ln>
        </p:spPr>
      </p:sp>
      <p:pic>
        <p:nvPicPr>
          <p:cNvPr id="27" name="Image 3" descr="./sendil-rou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0" y="1883664"/>
            <a:ext cx="1335024" cy="133502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079992" y="3364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C1E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Sendil Balasubramanian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9079992" y="36484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275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Consultant</a:t>
            </a:r>
            <a:endParaRPr lang="en-US" sz="960" dirty="0"/>
          </a:p>
        </p:txBody>
      </p:sp>
      <p:sp>
        <p:nvSpPr>
          <p:cNvPr id="30" name="Text 24"/>
          <p:cNvSpPr txBox="1"/>
          <p:nvPr/>
        </p:nvSpPr>
        <p:spPr>
          <a:xfrm>
            <a:off x="9171432" y="39227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20"/>
              </a:lnSpc>
              <a:buNone/>
            </a:pPr>
            <a:r>
              <a:rPr lang="en-US" sz="940" dirty="0">
                <a:solidFill>
                  <a:srgbClr val="5A6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this application and leads the delivery.</a:t>
            </a:r>
            <a:endParaRPr lang="en-US" sz="940" dirty="0"/>
          </a:p>
        </p:txBody>
      </p:sp>
      <p:sp>
        <p:nvSpPr>
          <p:cNvPr id="31" name="Shape 25"/>
          <p:cNvSpPr/>
          <p:nvPr/>
        </p:nvSpPr>
        <p:spPr>
          <a:xfrm>
            <a:off x="9665208" y="4425696"/>
            <a:ext cx="1389888" cy="0"/>
          </a:xfrm>
          <a:prstGeom prst="line">
            <a:avLst/>
          </a:prstGeom>
          <a:noFill/>
          <a:ln w="12700">
            <a:solidFill>
              <a:srgbClr val="E3E7EA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061704" y="448056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C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sendil.balasubramanian@inkitsolutions.com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548640" y="5120640"/>
            <a:ext cx="11146536" cy="969264"/>
          </a:xfrm>
          <a:prstGeom prst="roundRect">
            <a:avLst>
              <a:gd name="adj" fmla="val 7547"/>
            </a:avLst>
          </a:prstGeom>
          <a:solidFill>
            <a:srgbClr val="0C1E33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868680" y="52852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US</a:t>
            </a:r>
            <a:endParaRPr lang="en-US" sz="850" dirty="0"/>
          </a:p>
        </p:txBody>
      </p:sp>
      <p:sp>
        <p:nvSpPr>
          <p:cNvPr id="35" name="Text 29"/>
          <p:cNvSpPr txBox="1"/>
          <p:nvPr/>
        </p:nvSpPr>
        <p:spPr>
          <a:xfrm>
            <a:off x="868680" y="54864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info@inkitsolutions.com</a:t>
            </a:r>
            <a:endParaRPr lang="en-US" sz="1050" dirty="0"/>
          </a:p>
        </p:txBody>
      </p:sp>
      <p:sp>
        <p:nvSpPr>
          <p:cNvPr id="36" name="Text 30"/>
          <p:cNvSpPr txBox="1"/>
          <p:nvPr/>
        </p:nvSpPr>
        <p:spPr>
          <a:xfrm>
            <a:off x="868680" y="57058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inkitsolutions.com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4617720" y="52852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RIYADH</a:t>
            </a:r>
            <a:endParaRPr lang="en-US" sz="850" dirty="0"/>
          </a:p>
        </p:txBody>
      </p:sp>
      <p:sp>
        <p:nvSpPr>
          <p:cNvPr id="38" name="Text 32"/>
          <p:cNvSpPr txBox="1"/>
          <p:nvPr/>
        </p:nvSpPr>
        <p:spPr>
          <a:xfrm>
            <a:off x="4617720" y="54864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Malqa D, Anas Bin Malik, 13521</a:t>
            </a:r>
            <a:endParaRPr lang="en-US" sz="1050" dirty="0"/>
          </a:p>
        </p:txBody>
      </p:sp>
      <p:sp>
        <p:nvSpPr>
          <p:cNvPr id="39" name="Text 33"/>
          <p:cNvSpPr txBox="1"/>
          <p:nvPr/>
        </p:nvSpPr>
        <p:spPr>
          <a:xfrm>
            <a:off x="4617720" y="57058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+966 54 617 7071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8275320" y="52852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8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</a:t>
            </a:r>
            <a:endParaRPr lang="en-US" sz="850" dirty="0"/>
          </a:p>
        </p:txBody>
      </p:sp>
      <p:sp>
        <p:nvSpPr>
          <p:cNvPr id="41" name="Text 35"/>
          <p:cNvSpPr txBox="1"/>
          <p:nvPr/>
        </p:nvSpPr>
        <p:spPr>
          <a:xfrm>
            <a:off x="8275320" y="548640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Bank Street Building, Bur Dubai</a:t>
            </a:r>
            <a:endParaRPr lang="en-US" sz="1050" dirty="0"/>
          </a:p>
        </p:txBody>
      </p:sp>
      <p:sp>
        <p:nvSpPr>
          <p:cNvPr id="42" name="Text 36"/>
          <p:cNvSpPr txBox="1"/>
          <p:nvPr/>
        </p:nvSpPr>
        <p:spPr>
          <a:xfrm>
            <a:off x="8275320" y="57058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+971 50 705 2350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548640" y="6419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6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IT Business Solutions  ·  Visa &amp; Permits Management on SAP BTP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INK IT Business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 IT — the team</dc:title>
  <dc:subject>PptxGenJS Presentation</dc:subject>
  <dc:creator>INK IT Business Solutions</dc:creator>
  <cp:lastModifiedBy>INK IT Business Solutions</cp:lastModifiedBy>
  <cp:revision>1</cp:revision>
  <dcterms:created xsi:type="dcterms:W3CDTF">2026-09-22T11:53:41Z</dcterms:created>
  <dcterms:modified xsi:type="dcterms:W3CDTF">2026-09-22T11:53:41Z</dcterms:modified>
</cp:coreProperties>
</file>